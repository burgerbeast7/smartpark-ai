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tu-logo 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097280"/>
            <a:ext cx="2194560" cy="2194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371600"/>
            <a:ext cx="7772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E8C7F"/>
                </a:solidFill>
              </a:defRPr>
            </a:pPr>
            <a:r>
              <a:t>SMARTPARK AI</a:t>
            </a:r>
          </a:p>
          <a:p>
            <a:pPr>
              <a:spcBef>
                <a:spcPts val="1000"/>
              </a:spcBef>
              <a:defRPr sz="2400">
                <a:solidFill>
                  <a:srgbClr val="1B263B"/>
                </a:solidFill>
              </a:defRPr>
            </a:pPr>
            <a:r>
              <a:t>AI-Assisted Mobile Parking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B.Tech CSE Capstone Project (2025-26)</a:t>
            </a:r>
            <a:br/>
            <a:r>
              <a:t>Submitted By: Kunal Chauhan (Roll No: 23015103036)</a:t>
            </a:r>
            <a:br/>
            <a:r>
              <a:t>Mentor: Er. SHIVANI RANA | Department of Computer Science &amp; Engineering</a:t>
            </a:r>
            <a:br/>
            <a:r>
              <a:t>Himachal Pradesh Technical University, Main Campus At Daruhi, Hamirpur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Problem Statement: Challenges in Manual Parking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Widespread reliance on handwritten slips causes transcription and arithmetic errors.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Attendants struggle with overnight calculations, grace periods, and fractional hour rates.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Complete lack of searchable historical records leads to customer disputes and revenue leakage.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Enterprise ANPR systems are cost-prohibitive for small and municipal parking lot operators.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Need for a robust, offline-capable digital solution that runs on standard Android phones.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Project Objectives: Reliable &amp; Offline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Build a mobile-first Android app in Flutter with zero external cloud or server dependencies.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Integrate on-device OCR via Google ML Kit to automate vehicle plate registration.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Implement human-in-the-loop verification to eliminate OCR misrecognition errors.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Create a deterministic, test-verified billing engine supporting customizable tariffs.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Provide real-time revenue/occupancy dashboard and RFC 4180 CSV export for accounting.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Proposed Solution: End-to-End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One-Sentence Summary: An offline Android app for parking owners that captures plates via camera OCR, computes deterministic fees, and maintains relational transaction history.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Entry Workflow: Attendant takes photo -&gt; ML Kit extracts plate candidates -&gt; Attendant confirms -&gt; Active session stored with timestamp.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Tracking Workflow: Active parking screen displays parked vehicles with live elapsed duration timers.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Exit Workflow: Attendant scans/searches plate -&gt; System locks exit timestamp -&gt; Displays transparent bill breakdown -&gt; Attendant collects payment.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Receipt &amp; Audit: Generates receipt, allows marking UNPAID sessions, and exports daily logs as CSV.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System Architecture: Layered &amp; Decoupled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Presentation Layer: Material 3 UI with 5 main navigation tabs and modal dialogs.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State Management: Provider with revision counter mechanism to trigger live UI refreshes.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Domain Services: Dedicated isolated services (BillingService, PlateService, OcrService, ParkingService, CsvService).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Data Layer: SQLite via sqflite with ACID compliance, hand-written DDL, and foreign key enforcement.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Hardware Integration: System camera intent (image_picker) and on-device ML Kit text recognition.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Core Workflow &amp; Concurrency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Entry Concurrency: ux_active_plate unique index enforces exactly one active session per vehicle.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Exit Protection: Atomic conditional UPDATE (WHERE id = ? AND status = 'ACTIVE') prevents duplicate billing.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Timestamp Integrity: Durations computed strictly between stored UTC entry and exit epoch milliseconds.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Payment Separation: Session status (ACTIVE/COMPLETED) is decoupled from payment status (UNPAID/PAID).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Tariff Snapshot: Stored as immutable JSON in completed session to guarantee audit stability.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Technical Stack &amp; Engineering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Framework: Flutter 3.47.7 + Dart 3.13.5 (Null-safe, Material 3, Portrait lock).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Computer Vision: Google ML Kit Text Recognition (On-device Latin model, no cloud latency).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Local Database: SQLite via sqflite (Hand-written SQL, zero build_runner fragility).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State Management: provider (ChangeNotifier) with clean unidirectional data flow.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Assisted Development: Google Antigravity paired development with automated test verification.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Database Design: Relational Schema &amp;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tariff_settings: Single-row table (id=1) storing rates, grace, rounding, capacity, and timestamp.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parking_sessions: Stores plate, category, entry_time, exit_time, duration, amount, status, tariff_snapshot.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payments: Linked to session (session_id REFERENCES parking_sessions) with amount, method, status, paid_at.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Integrity Constraints: PRAGMA foreign_keys = ON; check constraints validate status and timestamp ordering.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Indexes: Partial unique index ux_active_plate on active plates; b-tree indexes on entry, exit, and payment times.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Application User Interface (Real Device Demonstrations)</a:t>
            </a:r>
          </a:p>
        </p:txBody>
      </p:sp>
      <p:pic>
        <p:nvPicPr>
          <p:cNvPr id="4" name="Picture 3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05056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Dashboard</a:t>
            </a:r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05056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Vehicle Entry</a:t>
            </a:r>
          </a:p>
        </p:txBody>
      </p:sp>
      <p:pic>
        <p:nvPicPr>
          <p:cNvPr id="8" name="Picture 7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2050565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Vehicle Exit</a:t>
            </a:r>
          </a:p>
        </p:txBody>
      </p:sp>
      <p:pic>
        <p:nvPicPr>
          <p:cNvPr id="10" name="Picture 9" descr="06_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645920"/>
            <a:ext cx="2050565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0" y="6309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8C7F"/>
                </a:solidFill>
              </a:defRPr>
            </a:pPr>
            <a:r>
              <a:t>Reports &amp; 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Verification &amp; Automated Testing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Code Quality: flutter analyze executed with zero errors and zero warnings across all project files.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Unit Tests: Complete coverage of billing algorithm vectors (instant exit, grace, overnight, 24h+).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Plate &amp; OCR Tests: Normalization, format validation, and candidate ranking algorithms verified.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Service Integration Tests: In-memory SQLite tests validating entry, duplicate rejection, and exit lifecycle.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Test Execution Count: 49 automated test cases executed and 100% verified passing.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Known Limitations &amp; Operational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OCR relies on general text recognition rather than specialized plate bounding box detection.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Requires manual confirmation: operator must confirm plate suggestions before transaction persistence.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Single-device local storage: does not support multi-gate real-time data synchronization.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Release APK is debug-signed for academic demonstration purposes (no production keystore).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Physical camera quality and lighting conditions affect initial OCR recognition accuracy.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C7F"/>
                </a:solidFill>
              </a:defRPr>
            </a:pPr>
            <a:r>
              <a:t>SMARTPARK AI • MAJOR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63B"/>
                </a:solidFill>
              </a:defRPr>
            </a:pPr>
            <a:r>
              <a:t>Future Scope &amp;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Dedicated ANPR Deep Learning Model: Integrate custom YOLO/SSD model for vehicle plate localization.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Cloud Sync &amp; Multi-Tenant Architecture: Secure cloud synchronization for large multi-lane facilities.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Direct UPI Integration: Dynamic QR code generation with automated webhook payment confirmation.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Automated Boom Barrier Integration: IoT relay hardware interfacing with parking entry/exit gates.</a:t>
            </a:r>
          </a:p>
          <a:p>
            <a:pPr>
              <a:spcAft>
                <a:spcPts val="1800"/>
              </a:spcAft>
              <a:defRPr sz="1900">
                <a:solidFill>
                  <a:srgbClr val="1B263B"/>
                </a:solidFill>
              </a:defRPr>
            </a:pPr>
            <a:r>
              <a:t>•  Thermal Bluetooth Printer Support: Instant physical receipt printing at the gate terminal.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